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2000"/>
    <a:srgbClr val="BDEEFF"/>
    <a:srgbClr val="9FE6FF"/>
    <a:srgbClr val="9BE5FF"/>
    <a:srgbClr val="F9F9F9"/>
    <a:srgbClr val="69D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942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377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98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788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975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994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950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881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344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863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37EF1C-BD3F-43CE-85FE-80E5198D7BBB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6886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7EF1C-BD3F-43CE-85FE-80E5198D7BBB}" type="datetimeFigureOut">
              <a:rPr lang="ko-KR" altLang="en-US" smtClean="0"/>
              <a:t>2026-10-03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C6ABB-7B00-4342-9D58-763DC85E3C3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1394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091953" y="683581"/>
            <a:ext cx="9934113" cy="5370990"/>
          </a:xfrm>
          <a:prstGeom prst="rect">
            <a:avLst/>
          </a:prstGeom>
          <a:solidFill>
            <a:srgbClr val="9FE6FF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8848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292962" y="248575"/>
            <a:ext cx="7241959" cy="3417902"/>
            <a:chOff x="1615735" y="1313895"/>
            <a:chExt cx="7241959" cy="3417902"/>
          </a:xfrm>
        </p:grpSpPr>
        <p:sp>
          <p:nvSpPr>
            <p:cNvPr id="4" name="타원 3"/>
            <p:cNvSpPr/>
            <p:nvPr/>
          </p:nvSpPr>
          <p:spPr>
            <a:xfrm>
              <a:off x="1615735" y="1450990"/>
              <a:ext cx="4625266" cy="2787588"/>
            </a:xfrm>
            <a:prstGeom prst="ellipse">
              <a:avLst/>
            </a:prstGeom>
            <a:solidFill>
              <a:srgbClr val="F9F9F9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/>
            <p:cNvSpPr/>
            <p:nvPr/>
          </p:nvSpPr>
          <p:spPr>
            <a:xfrm>
              <a:off x="3419382" y="2300334"/>
              <a:ext cx="4250924" cy="2431463"/>
            </a:xfrm>
            <a:prstGeom prst="ellipse">
              <a:avLst/>
            </a:prstGeom>
            <a:solidFill>
              <a:srgbClr val="F9F9F9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/>
            <p:cNvSpPr/>
            <p:nvPr/>
          </p:nvSpPr>
          <p:spPr>
            <a:xfrm>
              <a:off x="5637320" y="1807114"/>
              <a:ext cx="3220374" cy="2075339"/>
            </a:xfrm>
            <a:prstGeom prst="ellipse">
              <a:avLst/>
            </a:prstGeom>
            <a:solidFill>
              <a:srgbClr val="F9F9F9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/>
            <p:cNvSpPr/>
            <p:nvPr/>
          </p:nvSpPr>
          <p:spPr>
            <a:xfrm>
              <a:off x="5243374" y="1313895"/>
              <a:ext cx="2426932" cy="1686757"/>
            </a:xfrm>
            <a:prstGeom prst="ellipse">
              <a:avLst/>
            </a:prstGeom>
            <a:solidFill>
              <a:srgbClr val="F9F9F9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5754949" y="2943965"/>
            <a:ext cx="5894773" cy="3143712"/>
            <a:chOff x="5222288" y="2285953"/>
            <a:chExt cx="5894773" cy="3143712"/>
          </a:xfrm>
        </p:grpSpPr>
        <p:sp>
          <p:nvSpPr>
            <p:cNvPr id="11" name="타원 10"/>
            <p:cNvSpPr/>
            <p:nvPr/>
          </p:nvSpPr>
          <p:spPr>
            <a:xfrm>
              <a:off x="5222288" y="2642077"/>
              <a:ext cx="4625266" cy="2787588"/>
            </a:xfrm>
            <a:prstGeom prst="ellipse">
              <a:avLst/>
            </a:prstGeom>
            <a:solidFill>
              <a:srgbClr val="F9F9F9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6866137" y="2285953"/>
              <a:ext cx="4250924" cy="2431463"/>
            </a:xfrm>
            <a:prstGeom prst="ellipse">
              <a:avLst/>
            </a:prstGeom>
            <a:solidFill>
              <a:srgbClr val="F9F9F9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2919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그룹 50"/>
          <p:cNvGrpSpPr/>
          <p:nvPr/>
        </p:nvGrpSpPr>
        <p:grpSpPr>
          <a:xfrm>
            <a:off x="656947" y="2831977"/>
            <a:ext cx="2157273" cy="3488923"/>
            <a:chOff x="6960094" y="674703"/>
            <a:chExt cx="3409024" cy="5442012"/>
          </a:xfrm>
        </p:grpSpPr>
        <p:grpSp>
          <p:nvGrpSpPr>
            <p:cNvPr id="38" name="그룹 37"/>
            <p:cNvGrpSpPr/>
            <p:nvPr/>
          </p:nvGrpSpPr>
          <p:grpSpPr>
            <a:xfrm>
              <a:off x="6960094" y="674703"/>
              <a:ext cx="3409024" cy="5442012"/>
              <a:chOff x="2796467" y="781235"/>
              <a:chExt cx="3409024" cy="5442012"/>
            </a:xfrm>
          </p:grpSpPr>
          <p:grpSp>
            <p:nvGrpSpPr>
              <p:cNvPr id="37" name="그룹 36"/>
              <p:cNvGrpSpPr/>
              <p:nvPr/>
            </p:nvGrpSpPr>
            <p:grpSpPr>
              <a:xfrm>
                <a:off x="2796467" y="781235"/>
                <a:ext cx="3409024" cy="5442012"/>
                <a:chOff x="2796467" y="781235"/>
                <a:chExt cx="3409024" cy="5442012"/>
              </a:xfrm>
            </p:grpSpPr>
            <p:grpSp>
              <p:nvGrpSpPr>
                <p:cNvPr id="36" name="그룹 35"/>
                <p:cNvGrpSpPr/>
                <p:nvPr/>
              </p:nvGrpSpPr>
              <p:grpSpPr>
                <a:xfrm>
                  <a:off x="2796467" y="781235"/>
                  <a:ext cx="3409024" cy="5442012"/>
                  <a:chOff x="2796467" y="781235"/>
                  <a:chExt cx="3409024" cy="5442012"/>
                </a:xfrm>
              </p:grpSpPr>
              <p:sp>
                <p:nvSpPr>
                  <p:cNvPr id="4" name="모서리가 둥근 직사각형 3"/>
                  <p:cNvSpPr/>
                  <p:nvPr/>
                </p:nvSpPr>
                <p:spPr>
                  <a:xfrm>
                    <a:off x="2796467" y="781235"/>
                    <a:ext cx="3409024" cy="5442012"/>
                  </a:xfrm>
                  <a:prstGeom prst="roundRect">
                    <a:avLst>
                      <a:gd name="adj" fmla="val 2846"/>
                    </a:avLst>
                  </a:prstGeom>
                  <a:solidFill>
                    <a:srgbClr val="92D050"/>
                  </a:solidFill>
                  <a:ln w="762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grpSp>
                <p:nvGrpSpPr>
                  <p:cNvPr id="35" name="그룹 34"/>
                  <p:cNvGrpSpPr/>
                  <p:nvPr/>
                </p:nvGrpSpPr>
                <p:grpSpPr>
                  <a:xfrm>
                    <a:off x="3183305" y="1133087"/>
                    <a:ext cx="2635346" cy="2861749"/>
                    <a:chOff x="3183305" y="1133087"/>
                    <a:chExt cx="2635346" cy="2861749"/>
                  </a:xfrm>
                </p:grpSpPr>
                <p:sp>
                  <p:nvSpPr>
                    <p:cNvPr id="5" name="직사각형 4"/>
                    <p:cNvSpPr/>
                    <p:nvPr/>
                  </p:nvSpPr>
                  <p:spPr>
                    <a:xfrm>
                      <a:off x="3183305" y="1133087"/>
                      <a:ext cx="2635346" cy="2861749"/>
                    </a:xfrm>
                    <a:prstGeom prst="rect">
                      <a:avLst/>
                    </a:prstGeom>
                    <a:solidFill>
                      <a:schemeClr val="accent6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cxnSp>
                  <p:nvCxnSpPr>
                    <p:cNvPr id="9" name="직선 연결선 8"/>
                    <p:cNvCxnSpPr/>
                    <p:nvPr/>
                  </p:nvCxnSpPr>
                  <p:spPr>
                    <a:xfrm>
                      <a:off x="3183305" y="1828800"/>
                      <a:ext cx="2635346" cy="0"/>
                    </a:xfrm>
                    <a:prstGeom prst="line">
                      <a:avLst/>
                    </a:prstGeom>
                    <a:ln w="7620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" name="직선 연결선 15"/>
                    <p:cNvCxnSpPr/>
                    <p:nvPr/>
                  </p:nvCxnSpPr>
                  <p:spPr>
                    <a:xfrm>
                      <a:off x="3183305" y="2556563"/>
                      <a:ext cx="2635346" cy="0"/>
                    </a:xfrm>
                    <a:prstGeom prst="line">
                      <a:avLst/>
                    </a:prstGeom>
                    <a:ln w="7620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" name="직선 연결선 16"/>
                    <p:cNvCxnSpPr/>
                    <p:nvPr/>
                  </p:nvCxnSpPr>
                  <p:spPr>
                    <a:xfrm>
                      <a:off x="3183305" y="3312850"/>
                      <a:ext cx="2635346" cy="0"/>
                    </a:xfrm>
                    <a:prstGeom prst="line">
                      <a:avLst/>
                    </a:prstGeom>
                    <a:ln w="76200">
                      <a:solidFill>
                        <a:schemeClr val="bg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34" name="그룹 33"/>
                <p:cNvGrpSpPr/>
                <p:nvPr/>
              </p:nvGrpSpPr>
              <p:grpSpPr>
                <a:xfrm>
                  <a:off x="3373964" y="1320877"/>
                  <a:ext cx="2260370" cy="1944943"/>
                  <a:chOff x="3373964" y="1320877"/>
                  <a:chExt cx="2260370" cy="1944943"/>
                </a:xfrm>
              </p:grpSpPr>
              <p:sp>
                <p:nvSpPr>
                  <p:cNvPr id="19" name="모서리가 둥근 직사각형 18"/>
                  <p:cNvSpPr/>
                  <p:nvPr/>
                </p:nvSpPr>
                <p:spPr>
                  <a:xfrm>
                    <a:off x="3380305" y="1320878"/>
                    <a:ext cx="266330" cy="461639"/>
                  </a:xfrm>
                  <a:prstGeom prst="roundRect">
                    <a:avLst/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0" name="모서리가 둥근 직사각형 19"/>
                  <p:cNvSpPr/>
                  <p:nvPr/>
                </p:nvSpPr>
                <p:spPr>
                  <a:xfrm>
                    <a:off x="3873660" y="1320879"/>
                    <a:ext cx="266330" cy="461639"/>
                  </a:xfrm>
                  <a:prstGeom prst="roundRect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1" name="모서리가 둥근 직사각형 20"/>
                  <p:cNvSpPr/>
                  <p:nvPr/>
                </p:nvSpPr>
                <p:spPr>
                  <a:xfrm>
                    <a:off x="4370640" y="1320880"/>
                    <a:ext cx="266330" cy="461639"/>
                  </a:xfrm>
                  <a:prstGeom prst="roundRect">
                    <a:avLst/>
                  </a:prstGeom>
                </p:spPr>
                <p:style>
                  <a:lnRef idx="1">
                    <a:schemeClr val="accent3"/>
                  </a:lnRef>
                  <a:fillRef idx="3">
                    <a:schemeClr val="accent3"/>
                  </a:fillRef>
                  <a:effectRef idx="2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2" name="모서리가 둥근 직사각형 21"/>
                  <p:cNvSpPr/>
                  <p:nvPr/>
                </p:nvSpPr>
                <p:spPr>
                  <a:xfrm>
                    <a:off x="4869322" y="1320879"/>
                    <a:ext cx="266330" cy="461639"/>
                  </a:xfrm>
                  <a:prstGeom prst="roundRect">
                    <a:avLst/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3" name="모서리가 둥근 직사각형 22"/>
                  <p:cNvSpPr/>
                  <p:nvPr/>
                </p:nvSpPr>
                <p:spPr>
                  <a:xfrm>
                    <a:off x="5368004" y="1320877"/>
                    <a:ext cx="266330" cy="461639"/>
                  </a:xfrm>
                  <a:prstGeom prst="roundRect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4" name="모서리가 둥근 직사각형 23"/>
                  <p:cNvSpPr/>
                  <p:nvPr/>
                </p:nvSpPr>
                <p:spPr>
                  <a:xfrm>
                    <a:off x="3380305" y="2048607"/>
                    <a:ext cx="266330" cy="461639"/>
                  </a:xfrm>
                  <a:prstGeom prst="roundRect">
                    <a:avLst/>
                  </a:prstGeom>
                </p:spPr>
                <p:style>
                  <a:lnRef idx="1">
                    <a:schemeClr val="accent3"/>
                  </a:lnRef>
                  <a:fillRef idx="3">
                    <a:schemeClr val="accent3"/>
                  </a:fillRef>
                  <a:effectRef idx="2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5" name="모서리가 둥근 직사각형 24"/>
                  <p:cNvSpPr/>
                  <p:nvPr/>
                </p:nvSpPr>
                <p:spPr>
                  <a:xfrm>
                    <a:off x="3873660" y="2048608"/>
                    <a:ext cx="266330" cy="461639"/>
                  </a:xfrm>
                  <a:prstGeom prst="roundRect">
                    <a:avLst/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6" name="모서리가 둥근 직사각형 25"/>
                  <p:cNvSpPr/>
                  <p:nvPr/>
                </p:nvSpPr>
                <p:spPr>
                  <a:xfrm>
                    <a:off x="4370640" y="2048609"/>
                    <a:ext cx="266330" cy="461639"/>
                  </a:xfrm>
                  <a:prstGeom prst="roundRect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7" name="모서리가 둥근 직사각형 26"/>
                  <p:cNvSpPr/>
                  <p:nvPr/>
                </p:nvSpPr>
                <p:spPr>
                  <a:xfrm>
                    <a:off x="4869322" y="2048608"/>
                    <a:ext cx="266330" cy="461639"/>
                  </a:xfrm>
                  <a:prstGeom prst="roundRect">
                    <a:avLst/>
                  </a:prstGeom>
                </p:spPr>
                <p:style>
                  <a:lnRef idx="1">
                    <a:schemeClr val="accent3"/>
                  </a:lnRef>
                  <a:fillRef idx="3">
                    <a:schemeClr val="accent3"/>
                  </a:fillRef>
                  <a:effectRef idx="2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8" name="모서리가 둥근 직사각형 27"/>
                  <p:cNvSpPr/>
                  <p:nvPr/>
                </p:nvSpPr>
                <p:spPr>
                  <a:xfrm>
                    <a:off x="5368004" y="2048606"/>
                    <a:ext cx="266330" cy="461639"/>
                  </a:xfrm>
                  <a:prstGeom prst="roundRect">
                    <a:avLst/>
                  </a:prstGeom>
                </p:spPr>
                <p:style>
                  <a:lnRef idx="1">
                    <a:schemeClr val="accent3"/>
                  </a:lnRef>
                  <a:fillRef idx="3">
                    <a:schemeClr val="accent3"/>
                  </a:fillRef>
                  <a:effectRef idx="2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9" name="모서리가 둥근 직사각형 28"/>
                  <p:cNvSpPr/>
                  <p:nvPr/>
                </p:nvSpPr>
                <p:spPr>
                  <a:xfrm>
                    <a:off x="3373964" y="2804179"/>
                    <a:ext cx="266330" cy="461639"/>
                  </a:xfrm>
                  <a:prstGeom prst="roundRect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0" name="모서리가 둥근 직사각형 29"/>
                  <p:cNvSpPr/>
                  <p:nvPr/>
                </p:nvSpPr>
                <p:spPr>
                  <a:xfrm>
                    <a:off x="3867319" y="2804180"/>
                    <a:ext cx="266330" cy="461639"/>
                  </a:xfrm>
                  <a:prstGeom prst="roundRect">
                    <a:avLst/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1" name="모서리가 둥근 직사각형 30"/>
                  <p:cNvSpPr/>
                  <p:nvPr/>
                </p:nvSpPr>
                <p:spPr>
                  <a:xfrm>
                    <a:off x="4364299" y="2804181"/>
                    <a:ext cx="266330" cy="461639"/>
                  </a:xfrm>
                  <a:prstGeom prst="roundRect">
                    <a:avLst/>
                  </a:prstGeom>
                </p:spPr>
                <p:style>
                  <a:lnRef idx="1">
                    <a:schemeClr val="accent3"/>
                  </a:lnRef>
                  <a:fillRef idx="3">
                    <a:schemeClr val="accent3"/>
                  </a:fillRef>
                  <a:effectRef idx="2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2" name="모서리가 둥근 직사각형 31"/>
                  <p:cNvSpPr/>
                  <p:nvPr/>
                </p:nvSpPr>
                <p:spPr>
                  <a:xfrm>
                    <a:off x="4862981" y="2804180"/>
                    <a:ext cx="266330" cy="461639"/>
                  </a:xfrm>
                  <a:prstGeom prst="roundRect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3" name="모서리가 둥근 직사각형 32"/>
                  <p:cNvSpPr/>
                  <p:nvPr/>
                </p:nvSpPr>
                <p:spPr>
                  <a:xfrm>
                    <a:off x="5361663" y="2804178"/>
                    <a:ext cx="266330" cy="461639"/>
                  </a:xfrm>
                  <a:prstGeom prst="roundRect">
                    <a:avLst/>
                  </a:prstGeom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</p:grpSp>
          <p:sp>
            <p:nvSpPr>
              <p:cNvPr id="7" name="직사각형 6"/>
              <p:cNvSpPr/>
              <p:nvPr/>
            </p:nvSpPr>
            <p:spPr>
              <a:xfrm>
                <a:off x="3179791" y="1133087"/>
                <a:ext cx="2635346" cy="2861749"/>
              </a:xfrm>
              <a:prstGeom prst="rect">
                <a:avLst/>
              </a:prstGeom>
              <a:solidFill>
                <a:srgbClr val="BDEEFF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hilly" dir="t">
                  <a:rot lat="0" lon="0" rev="18480000"/>
                </a:lightRig>
              </a:scene3d>
              <a:sp3d prstMaterial="clear">
                <a:bevelT h="635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9" name="모서리가 둥근 직사각형 38"/>
            <p:cNvSpPr/>
            <p:nvPr/>
          </p:nvSpPr>
          <p:spPr>
            <a:xfrm>
              <a:off x="7800406" y="4836992"/>
              <a:ext cx="1721369" cy="926417"/>
            </a:xfrm>
            <a:prstGeom prst="roundRect">
              <a:avLst/>
            </a:prstGeom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모서리가 둥근 직사각형 39"/>
            <p:cNvSpPr/>
            <p:nvPr/>
          </p:nvSpPr>
          <p:spPr>
            <a:xfrm>
              <a:off x="7537591" y="4076095"/>
              <a:ext cx="70572" cy="336107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모서리가 둥근 직사각형 40"/>
            <p:cNvSpPr/>
            <p:nvPr/>
          </p:nvSpPr>
          <p:spPr>
            <a:xfrm>
              <a:off x="9721048" y="4084131"/>
              <a:ext cx="70572" cy="336107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/>
            <p:cNvSpPr/>
            <p:nvPr/>
          </p:nvSpPr>
          <p:spPr>
            <a:xfrm>
              <a:off x="7842391" y="4115422"/>
              <a:ext cx="257452" cy="257452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4" name="직선 연결선 43"/>
            <p:cNvCxnSpPr>
              <a:stCxn id="42" idx="0"/>
              <a:endCxn id="42" idx="4"/>
            </p:cNvCxnSpPr>
            <p:nvPr/>
          </p:nvCxnSpPr>
          <p:spPr>
            <a:xfrm>
              <a:off x="7971117" y="4115422"/>
              <a:ext cx="0" cy="257452"/>
            </a:xfrm>
            <a:prstGeom prst="line">
              <a:avLst/>
            </a:prstGeom>
            <a:ln w="571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5" name="직사각형 44"/>
            <p:cNvSpPr/>
            <p:nvPr/>
          </p:nvSpPr>
          <p:spPr>
            <a:xfrm>
              <a:off x="8202967" y="4107975"/>
              <a:ext cx="591289" cy="264899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39700" prst="cross"/>
            </a:sp3d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87513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그룹 107"/>
          <p:cNvGrpSpPr/>
          <p:nvPr/>
        </p:nvGrpSpPr>
        <p:grpSpPr>
          <a:xfrm>
            <a:off x="639195" y="3994952"/>
            <a:ext cx="10781950" cy="1473693"/>
            <a:chOff x="639195" y="3994952"/>
            <a:chExt cx="10781950" cy="1473693"/>
          </a:xfrm>
        </p:grpSpPr>
        <p:sp>
          <p:nvSpPr>
            <p:cNvPr id="4" name="직사각형 3"/>
            <p:cNvSpPr/>
            <p:nvPr/>
          </p:nvSpPr>
          <p:spPr>
            <a:xfrm>
              <a:off x="790113" y="3994952"/>
              <a:ext cx="10528917" cy="1473693"/>
            </a:xfrm>
            <a:prstGeom prst="rect">
              <a:avLst/>
            </a:prstGeom>
            <a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Cutout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7" name="그룹 106"/>
            <p:cNvGrpSpPr/>
            <p:nvPr/>
          </p:nvGrpSpPr>
          <p:grpSpPr>
            <a:xfrm>
              <a:off x="639195" y="3994952"/>
              <a:ext cx="10781950" cy="204186"/>
              <a:chOff x="639195" y="3994952"/>
              <a:chExt cx="10781950" cy="204186"/>
            </a:xfrm>
            <a:solidFill>
              <a:schemeClr val="accent6">
                <a:lumMod val="75000"/>
              </a:schemeClr>
            </a:solidFill>
          </p:grpSpPr>
          <p:sp>
            <p:nvSpPr>
              <p:cNvPr id="5" name="이등변 삼각형 4"/>
              <p:cNvSpPr/>
              <p:nvPr/>
            </p:nvSpPr>
            <p:spPr>
              <a:xfrm flipV="1">
                <a:off x="794552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이등변 삼각형 5"/>
              <p:cNvSpPr/>
              <p:nvPr/>
            </p:nvSpPr>
            <p:spPr>
              <a:xfrm flipV="1">
                <a:off x="963229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이등변 삼각형 6"/>
              <p:cNvSpPr/>
              <p:nvPr/>
            </p:nvSpPr>
            <p:spPr>
              <a:xfrm flipV="1">
                <a:off x="1123026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이등변 삼각형 7"/>
              <p:cNvSpPr/>
              <p:nvPr/>
            </p:nvSpPr>
            <p:spPr>
              <a:xfrm flipV="1">
                <a:off x="1291703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이등변 삼각형 10"/>
              <p:cNvSpPr/>
              <p:nvPr/>
            </p:nvSpPr>
            <p:spPr>
              <a:xfrm flipV="1">
                <a:off x="639195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이등변 삼각형 13"/>
              <p:cNvSpPr/>
              <p:nvPr/>
            </p:nvSpPr>
            <p:spPr>
              <a:xfrm flipV="1">
                <a:off x="1615738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이등변 삼각형 14"/>
              <p:cNvSpPr/>
              <p:nvPr/>
            </p:nvSpPr>
            <p:spPr>
              <a:xfrm flipV="1">
                <a:off x="1460381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이등변 삼각형 15"/>
              <p:cNvSpPr/>
              <p:nvPr/>
            </p:nvSpPr>
            <p:spPr>
              <a:xfrm flipV="1">
                <a:off x="1953095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이등변 삼각형 16"/>
              <p:cNvSpPr/>
              <p:nvPr/>
            </p:nvSpPr>
            <p:spPr>
              <a:xfrm flipV="1">
                <a:off x="2121772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이등변 삼각형 17"/>
              <p:cNvSpPr/>
              <p:nvPr/>
            </p:nvSpPr>
            <p:spPr>
              <a:xfrm flipV="1">
                <a:off x="2281569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이등변 삼각형 18"/>
              <p:cNvSpPr/>
              <p:nvPr/>
            </p:nvSpPr>
            <p:spPr>
              <a:xfrm flipV="1">
                <a:off x="2450246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이등변 삼각형 19"/>
              <p:cNvSpPr/>
              <p:nvPr/>
            </p:nvSpPr>
            <p:spPr>
              <a:xfrm flipV="1">
                <a:off x="1797738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이등변 삼각형 20"/>
              <p:cNvSpPr/>
              <p:nvPr/>
            </p:nvSpPr>
            <p:spPr>
              <a:xfrm flipV="1">
                <a:off x="2774281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" name="이등변 삼각형 21"/>
              <p:cNvSpPr/>
              <p:nvPr/>
            </p:nvSpPr>
            <p:spPr>
              <a:xfrm flipV="1">
                <a:off x="2618924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이등변 삼각형 36"/>
              <p:cNvSpPr/>
              <p:nvPr/>
            </p:nvSpPr>
            <p:spPr>
              <a:xfrm flipV="1">
                <a:off x="3084995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이등변 삼각형 37"/>
              <p:cNvSpPr/>
              <p:nvPr/>
            </p:nvSpPr>
            <p:spPr>
              <a:xfrm flipV="1">
                <a:off x="3253672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이등변 삼각형 38"/>
              <p:cNvSpPr/>
              <p:nvPr/>
            </p:nvSpPr>
            <p:spPr>
              <a:xfrm flipV="1">
                <a:off x="3413469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이등변 삼각형 39"/>
              <p:cNvSpPr/>
              <p:nvPr/>
            </p:nvSpPr>
            <p:spPr>
              <a:xfrm flipV="1">
                <a:off x="3582146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이등변 삼각형 40"/>
              <p:cNvSpPr/>
              <p:nvPr/>
            </p:nvSpPr>
            <p:spPr>
              <a:xfrm flipV="1">
                <a:off x="2929638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이등변 삼각형 41"/>
              <p:cNvSpPr/>
              <p:nvPr/>
            </p:nvSpPr>
            <p:spPr>
              <a:xfrm flipV="1">
                <a:off x="3906181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이등변 삼각형 42"/>
              <p:cNvSpPr/>
              <p:nvPr/>
            </p:nvSpPr>
            <p:spPr>
              <a:xfrm flipV="1">
                <a:off x="3750824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이등변 삼각형 43"/>
              <p:cNvSpPr/>
              <p:nvPr/>
            </p:nvSpPr>
            <p:spPr>
              <a:xfrm flipV="1">
                <a:off x="4243538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이등변 삼각형 44"/>
              <p:cNvSpPr/>
              <p:nvPr/>
            </p:nvSpPr>
            <p:spPr>
              <a:xfrm flipV="1">
                <a:off x="4412215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이등변 삼각형 45"/>
              <p:cNvSpPr/>
              <p:nvPr/>
            </p:nvSpPr>
            <p:spPr>
              <a:xfrm flipV="1">
                <a:off x="4572012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이등변 삼각형 46"/>
              <p:cNvSpPr/>
              <p:nvPr/>
            </p:nvSpPr>
            <p:spPr>
              <a:xfrm flipV="1">
                <a:off x="4740689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" name="이등변 삼각형 47"/>
              <p:cNvSpPr/>
              <p:nvPr/>
            </p:nvSpPr>
            <p:spPr>
              <a:xfrm flipV="1">
                <a:off x="4088181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이등변 삼각형 48"/>
              <p:cNvSpPr/>
              <p:nvPr/>
            </p:nvSpPr>
            <p:spPr>
              <a:xfrm flipV="1">
                <a:off x="5064724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이등변 삼각형 49"/>
              <p:cNvSpPr/>
              <p:nvPr/>
            </p:nvSpPr>
            <p:spPr>
              <a:xfrm flipV="1">
                <a:off x="4909367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이등변 삼각형 50"/>
              <p:cNvSpPr/>
              <p:nvPr/>
            </p:nvSpPr>
            <p:spPr>
              <a:xfrm flipV="1">
                <a:off x="5348803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이등변 삼각형 51"/>
              <p:cNvSpPr/>
              <p:nvPr/>
            </p:nvSpPr>
            <p:spPr>
              <a:xfrm flipV="1">
                <a:off x="5517480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이등변 삼각형 52"/>
              <p:cNvSpPr/>
              <p:nvPr/>
            </p:nvSpPr>
            <p:spPr>
              <a:xfrm flipV="1">
                <a:off x="5677277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이등변 삼각형 53"/>
              <p:cNvSpPr/>
              <p:nvPr/>
            </p:nvSpPr>
            <p:spPr>
              <a:xfrm flipV="1">
                <a:off x="5845954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이등변 삼각형 54"/>
              <p:cNvSpPr/>
              <p:nvPr/>
            </p:nvSpPr>
            <p:spPr>
              <a:xfrm flipV="1">
                <a:off x="5193446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이등변 삼각형 55"/>
              <p:cNvSpPr/>
              <p:nvPr/>
            </p:nvSpPr>
            <p:spPr>
              <a:xfrm flipV="1">
                <a:off x="6169989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이등변 삼각형 56"/>
              <p:cNvSpPr/>
              <p:nvPr/>
            </p:nvSpPr>
            <p:spPr>
              <a:xfrm flipV="1">
                <a:off x="6014632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이등변 삼각형 57"/>
              <p:cNvSpPr/>
              <p:nvPr/>
            </p:nvSpPr>
            <p:spPr>
              <a:xfrm flipV="1">
                <a:off x="6507346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이등변 삼각형 58"/>
              <p:cNvSpPr/>
              <p:nvPr/>
            </p:nvSpPr>
            <p:spPr>
              <a:xfrm flipV="1">
                <a:off x="6676023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이등변 삼각형 59"/>
              <p:cNvSpPr/>
              <p:nvPr/>
            </p:nvSpPr>
            <p:spPr>
              <a:xfrm flipV="1">
                <a:off x="6835820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이등변 삼각형 60"/>
              <p:cNvSpPr/>
              <p:nvPr/>
            </p:nvSpPr>
            <p:spPr>
              <a:xfrm flipV="1">
                <a:off x="7004497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이등변 삼각형 61"/>
              <p:cNvSpPr/>
              <p:nvPr/>
            </p:nvSpPr>
            <p:spPr>
              <a:xfrm flipV="1">
                <a:off x="6351989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이등변 삼각형 62"/>
              <p:cNvSpPr/>
              <p:nvPr/>
            </p:nvSpPr>
            <p:spPr>
              <a:xfrm flipV="1">
                <a:off x="7328532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이등변 삼각형 63"/>
              <p:cNvSpPr/>
              <p:nvPr/>
            </p:nvSpPr>
            <p:spPr>
              <a:xfrm flipV="1">
                <a:off x="7173175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이등변 삼각형 64"/>
              <p:cNvSpPr/>
              <p:nvPr/>
            </p:nvSpPr>
            <p:spPr>
              <a:xfrm flipV="1">
                <a:off x="7639246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이등변 삼각형 65"/>
              <p:cNvSpPr/>
              <p:nvPr/>
            </p:nvSpPr>
            <p:spPr>
              <a:xfrm flipV="1">
                <a:off x="7807923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이등변 삼각형 66"/>
              <p:cNvSpPr/>
              <p:nvPr/>
            </p:nvSpPr>
            <p:spPr>
              <a:xfrm flipV="1">
                <a:off x="7967720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이등변 삼각형 67"/>
              <p:cNvSpPr/>
              <p:nvPr/>
            </p:nvSpPr>
            <p:spPr>
              <a:xfrm flipV="1">
                <a:off x="8136397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이등변 삼각형 68"/>
              <p:cNvSpPr/>
              <p:nvPr/>
            </p:nvSpPr>
            <p:spPr>
              <a:xfrm flipV="1">
                <a:off x="7483889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이등변 삼각형 69"/>
              <p:cNvSpPr/>
              <p:nvPr/>
            </p:nvSpPr>
            <p:spPr>
              <a:xfrm flipV="1">
                <a:off x="8460432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이등변 삼각형 70"/>
              <p:cNvSpPr/>
              <p:nvPr/>
            </p:nvSpPr>
            <p:spPr>
              <a:xfrm flipV="1">
                <a:off x="8305075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2" name="이등변 삼각형 71"/>
              <p:cNvSpPr/>
              <p:nvPr/>
            </p:nvSpPr>
            <p:spPr>
              <a:xfrm flipV="1">
                <a:off x="8797789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" name="이등변 삼각형 72"/>
              <p:cNvSpPr/>
              <p:nvPr/>
            </p:nvSpPr>
            <p:spPr>
              <a:xfrm flipV="1">
                <a:off x="8966466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이등변 삼각형 73"/>
              <p:cNvSpPr/>
              <p:nvPr/>
            </p:nvSpPr>
            <p:spPr>
              <a:xfrm flipV="1">
                <a:off x="9126263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이등변 삼각형 74"/>
              <p:cNvSpPr/>
              <p:nvPr/>
            </p:nvSpPr>
            <p:spPr>
              <a:xfrm flipV="1">
                <a:off x="9294940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" name="이등변 삼각형 75"/>
              <p:cNvSpPr/>
              <p:nvPr/>
            </p:nvSpPr>
            <p:spPr>
              <a:xfrm flipV="1">
                <a:off x="8642432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이등변 삼각형 76"/>
              <p:cNvSpPr/>
              <p:nvPr/>
            </p:nvSpPr>
            <p:spPr>
              <a:xfrm flipV="1">
                <a:off x="9618975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" name="이등변 삼각형 77"/>
              <p:cNvSpPr/>
              <p:nvPr/>
            </p:nvSpPr>
            <p:spPr>
              <a:xfrm flipV="1">
                <a:off x="9463618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9" name="이등변 삼각형 78"/>
              <p:cNvSpPr/>
              <p:nvPr/>
            </p:nvSpPr>
            <p:spPr>
              <a:xfrm flipV="1">
                <a:off x="9934128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0" name="이등변 삼각형 79"/>
              <p:cNvSpPr/>
              <p:nvPr/>
            </p:nvSpPr>
            <p:spPr>
              <a:xfrm flipV="1">
                <a:off x="10102805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1" name="이등변 삼각형 80"/>
              <p:cNvSpPr/>
              <p:nvPr/>
            </p:nvSpPr>
            <p:spPr>
              <a:xfrm flipV="1">
                <a:off x="10262602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이등변 삼각형 81"/>
              <p:cNvSpPr/>
              <p:nvPr/>
            </p:nvSpPr>
            <p:spPr>
              <a:xfrm flipV="1">
                <a:off x="10431279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이등변 삼각형 82"/>
              <p:cNvSpPr/>
              <p:nvPr/>
            </p:nvSpPr>
            <p:spPr>
              <a:xfrm flipV="1">
                <a:off x="9778771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이등변 삼각형 83"/>
              <p:cNvSpPr/>
              <p:nvPr/>
            </p:nvSpPr>
            <p:spPr>
              <a:xfrm flipV="1">
                <a:off x="10755314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5" name="이등변 삼각형 84"/>
              <p:cNvSpPr/>
              <p:nvPr/>
            </p:nvSpPr>
            <p:spPr>
              <a:xfrm flipV="1">
                <a:off x="10599957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6" name="이등변 삼각형 85"/>
              <p:cNvSpPr/>
              <p:nvPr/>
            </p:nvSpPr>
            <p:spPr>
              <a:xfrm flipV="1">
                <a:off x="11092671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0" name="이등변 삼각형 89"/>
              <p:cNvSpPr/>
              <p:nvPr/>
            </p:nvSpPr>
            <p:spPr>
              <a:xfrm flipV="1">
                <a:off x="10937314" y="3994952"/>
                <a:ext cx="328474" cy="204186"/>
              </a:xfrm>
              <a:prstGeom prst="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658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491</TotalTime>
  <Words>0</Words>
  <Application>Microsoft Office PowerPoint</Application>
  <PresentationFormat>와이드스크린</PresentationFormat>
  <Paragraphs>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Calibri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22</cp:revision>
  <dcterms:created xsi:type="dcterms:W3CDTF">2024-07-30T13:25:47Z</dcterms:created>
  <dcterms:modified xsi:type="dcterms:W3CDTF">2026-10-03T05:06:33Z</dcterms:modified>
</cp:coreProperties>
</file>